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69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00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39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11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96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97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6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70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9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8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8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DBB74-4491-4750-8D0F-1A71BDDE35B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E99BD4A-6747-4293-81A7-A067F3601F2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80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4F68-E1FC-9DB0-D488-B3C80D2487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SaLES</a:t>
            </a:r>
            <a:r>
              <a:rPr lang="en-US" dirty="0"/>
              <a:t>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6463A-0EE1-DFF5-D0D8-F1CBF10F89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GIWA KAUSARAT MOJOYINOLA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2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AE67-0D2E-0A8C-0028-B09866FE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DataSET</a:t>
            </a:r>
            <a:r>
              <a:rPr lang="en-US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77B4-0658-269F-0A7F-0A7EE42D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Superstore Sales dataset contains historical sales transactions from a retail business.</a:t>
            </a:r>
          </a:p>
          <a:p>
            <a:r>
              <a:rPr lang="en-US" dirty="0"/>
              <a:t>It includes information on orders, customers, products, sales, profit, quantity sold, shipping methods, geographic locations, and order dates.</a:t>
            </a:r>
          </a:p>
          <a:p>
            <a:r>
              <a:rPr lang="en-US" dirty="0"/>
              <a:t> The dataset was explored to understand its structure, identify relevant business metrics, and create meaningful visual reports.</a:t>
            </a:r>
          </a:p>
          <a:p>
            <a:pPr marL="0" indent="0">
              <a:buNone/>
            </a:pPr>
            <a:r>
              <a:rPr lang="en-US" b="1" dirty="0"/>
              <a:t>Purpose of the Analysis</a:t>
            </a:r>
          </a:p>
          <a:p>
            <a:r>
              <a:rPr lang="en-US" dirty="0"/>
              <a:t>The objective of this project is to analyze sales performance, identify business trends, evaluate profitability, and create an interactive dashboard that supports data-driven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5A95-0CA2-5EB6-99F8-5988C026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BUSINESS </a:t>
            </a:r>
            <a:r>
              <a:rPr lang="en-US" dirty="0" err="1"/>
              <a:t>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91E5F-26B4-1923-A1E5-3ACDF48A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organization needs a dashboard that can answer important business questions such as:</a:t>
            </a:r>
          </a:p>
          <a:p>
            <a:r>
              <a:rPr lang="en-US" dirty="0"/>
              <a:t>Which region generates the highest sales? </a:t>
            </a:r>
          </a:p>
          <a:p>
            <a:r>
              <a:rPr lang="en-US" dirty="0"/>
              <a:t>Which product category is the most profitable? </a:t>
            </a:r>
          </a:p>
          <a:p>
            <a:r>
              <a:rPr lang="en-US" dirty="0"/>
              <a:t>Who are the top customers? </a:t>
            </a:r>
          </a:p>
          <a:p>
            <a:r>
              <a:rPr lang="en-US" dirty="0"/>
              <a:t>Which customer segment contributes the most revenue? </a:t>
            </a:r>
          </a:p>
          <a:p>
            <a:r>
              <a:rPr lang="en-US" dirty="0"/>
              <a:t>How have sales changed over time? </a:t>
            </a:r>
          </a:p>
          <a:p>
            <a:r>
              <a:rPr lang="en-US" dirty="0"/>
              <a:t>Which shipping method is most frequently used?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3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7B1D-535C-E5A3-4EEA-78C3B9D2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indicator(</a:t>
            </a:r>
            <a:r>
              <a:rPr lang="en-US" dirty="0" err="1"/>
              <a:t>kpi</a:t>
            </a:r>
            <a:r>
              <a:rPr lang="en-US" dirty="0"/>
              <a:t>) defined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367FED-2A49-AB2C-2E20-B57FF0297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59358"/>
              </p:ext>
            </p:extLst>
          </p:nvPr>
        </p:nvGraphicFramePr>
        <p:xfrm>
          <a:off x="1450974" y="2016124"/>
          <a:ext cx="9603276" cy="3454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638">
                  <a:extLst>
                    <a:ext uri="{9D8B030D-6E8A-4147-A177-3AD203B41FA5}">
                      <a16:colId xmlns:a16="http://schemas.microsoft.com/office/drawing/2014/main" val="438040894"/>
                    </a:ext>
                  </a:extLst>
                </a:gridCol>
                <a:gridCol w="4801638">
                  <a:extLst>
                    <a:ext uri="{9D8B030D-6E8A-4147-A177-3AD203B41FA5}">
                      <a16:colId xmlns:a16="http://schemas.microsoft.com/office/drawing/2014/main" val="2312045866"/>
                    </a:ext>
                  </a:extLst>
                </a:gridCol>
              </a:tblGrid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001391"/>
                  </a:ext>
                </a:extLst>
              </a:tr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2,297,201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516139"/>
                  </a:ext>
                </a:extLst>
              </a:tr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Total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286,397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504096"/>
                  </a:ext>
                </a:extLst>
              </a:tr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Total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367858"/>
                  </a:ext>
                </a:extLst>
              </a:tr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61930"/>
                  </a:ext>
                </a:extLst>
              </a:tr>
              <a:tr h="575706">
                <a:tc>
                  <a:txBody>
                    <a:bodyPr/>
                    <a:lstStyle/>
                    <a:p>
                      <a:r>
                        <a:rPr lang="en-US" dirty="0"/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37873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571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81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C9C598-5763-B8C3-ACA8-4EC5354C8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773A0-2DD7-EC21-2030-664070FB0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18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3149-1CAB-C1B3-2F6F-080DA6C9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1E5F-BF66-62D9-263F-E4C9C1D58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Technology generated the highest sales and profit among all product categories.</a:t>
            </a:r>
          </a:p>
          <a:p>
            <a:r>
              <a:rPr lang="en-US" dirty="0"/>
              <a:t>The West region recorded the highest revenue, followed by the East region.</a:t>
            </a:r>
          </a:p>
          <a:p>
            <a:r>
              <a:rPr lang="en-US" dirty="0"/>
              <a:t>Consumer customers contributed the largest share of total sales.</a:t>
            </a:r>
          </a:p>
          <a:p>
            <a:r>
              <a:rPr lang="en-US" dirty="0"/>
              <a:t>Standard Class was the most frequently used shipping method.</a:t>
            </a:r>
          </a:p>
          <a:p>
            <a:r>
              <a:rPr lang="en-US" dirty="0"/>
              <a:t>Sales fluctuated throughout the year, indicating seasonal purchasing patterns. </a:t>
            </a:r>
          </a:p>
          <a:p>
            <a:r>
              <a:rPr lang="en-US" dirty="0"/>
              <a:t>Furniture generated lower profit compared to Technology and Office Supplies, suggesting opportunities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332949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791E-DB08-37C8-BFE7-04282C31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903C2-CA6E-0A6C-D055-874942644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investment in the Technology category due to its strong profitability.</a:t>
            </a:r>
          </a:p>
          <a:p>
            <a:r>
              <a:rPr lang="en-US" dirty="0"/>
              <a:t>Develop targeted marketing campaigns for lower-performing regions to improve sales.</a:t>
            </a:r>
          </a:p>
          <a:p>
            <a:r>
              <a:rPr lang="en-US" dirty="0"/>
              <a:t>Investigate why Furniture has lower profitability and review pricing or operational costs.</a:t>
            </a:r>
          </a:p>
          <a:p>
            <a:r>
              <a:rPr lang="en-US" dirty="0"/>
              <a:t>Continue promoting Standard Class shipping while improving delivery efficiency.</a:t>
            </a:r>
          </a:p>
          <a:p>
            <a:r>
              <a:rPr lang="en-US" dirty="0"/>
              <a:t>Monitor monthly sales trends to better prepare for seasonal demand.</a:t>
            </a:r>
          </a:p>
        </p:txBody>
      </p:sp>
    </p:spTree>
    <p:extLst>
      <p:ext uri="{BB962C8B-B14F-4D97-AF65-F5344CB8AC3E}">
        <p14:creationId xmlns:p14="http://schemas.microsoft.com/office/powerpoint/2010/main" val="215236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8549-8B78-A700-B094-8918E1B9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E0EE-858E-3CA8-184F-0CCA102E2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transformed raw sales data into an interactive Power BI dashboard that provides meaningful business insights.</a:t>
            </a:r>
          </a:p>
          <a:p>
            <a:r>
              <a:rPr lang="en-US" dirty="0"/>
              <a:t>Through KPI analysis, interactive visualizations, and data storytelling, the dashboard enables stakeholders to monitor sales performance, identify growth opportunities, and make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06524598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370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SaLES PERFORMANCE DASHBOARD</vt:lpstr>
      <vt:lpstr>DataSET OVERVIEW</vt:lpstr>
      <vt:lpstr> BUSINESS pROBLEM</vt:lpstr>
      <vt:lpstr>Key performance indicator(kpi) defined</vt:lpstr>
      <vt:lpstr>PowerPoint Presentation</vt:lpstr>
      <vt:lpstr>PowerPoint Presentation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kausarat Giwa</dc:creator>
  <cp:lastModifiedBy>kausarat Giwa</cp:lastModifiedBy>
  <cp:revision>1</cp:revision>
  <dcterms:created xsi:type="dcterms:W3CDTF">2026-06-27T18:34:44Z</dcterms:created>
  <dcterms:modified xsi:type="dcterms:W3CDTF">2026-06-27T18:59:10Z</dcterms:modified>
</cp:coreProperties>
</file>